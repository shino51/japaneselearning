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ひ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88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ぜ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が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1188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61188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61188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361188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6636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516636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516636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516636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72084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672084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672084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672084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82753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82753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82753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82753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び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88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も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50292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057400"/>
            <a:ext cx="1554480" cy="155448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400" b="1">
                <a:solidFill>
                  <a:srgbClr val="000000"/>
                </a:solidFill>
                <a:latin typeface="BIZ UDPGothic"/>
              </a:rPr>
              <a:t>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