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3231360" cy="4888800"/>
          </a:xfrm>
          <a:prstGeom prst="roundRect">
            <a:avLst/>
          </a:prstGeom>
          <a:noFill/>
          <a:ln w="1016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65836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latin typeface="BIZ UDPGothic"/>
              </a:rPr>
              <a:t>#004</a:t>
            </a:r>
          </a:p>
        </p:txBody>
      </p:sp>
      <p:pic>
        <p:nvPicPr>
          <p:cNvPr id="4" name="Picture 3" descr="glum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180" y="1005840"/>
            <a:ext cx="1965960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" y="3291840"/>
            <a:ext cx="3011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latin typeface="BIZ UDPGothic"/>
              </a:rPr>
              <a:t>Glumanda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304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BIZ UDPGothic"/>
              </a:rPr>
              <a:t>ひ と か 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51960"/>
            <a:ext cx="304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latin typeface="BIZ UDPGothic"/>
              </a:rPr>
              <a:t>ヒトカゲ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17720"/>
            <a:ext cx="304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latin typeface="BIZ UDPGothic"/>
              </a:rPr>
              <a:t>タイプ：ほのお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7160" y="320040"/>
            <a:ext cx="3231360" cy="4888800"/>
          </a:xfrm>
          <a:prstGeom prst="roundRect">
            <a:avLst/>
          </a:prstGeom>
          <a:noFill/>
          <a:ln w="1016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90312" y="65836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latin typeface="BIZ UDPGothic"/>
              </a:rPr>
              <a:t>#007</a:t>
            </a:r>
          </a:p>
        </p:txBody>
      </p:sp>
      <p:pic>
        <p:nvPicPr>
          <p:cNvPr id="11" name="Picture 10" descr="schig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860" y="1005840"/>
            <a:ext cx="1965960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26888" y="3291840"/>
            <a:ext cx="3011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latin typeface="BIZ UDPGothic"/>
              </a:rPr>
              <a:t>Schiggy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8600" y="3703320"/>
            <a:ext cx="304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BIZ UDPGothic"/>
              </a:rPr>
              <a:t>ぜ に が 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8600" y="4251960"/>
            <a:ext cx="304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latin typeface="BIZ UDPGothic"/>
              </a:rPr>
              <a:t>ゼニガメ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8600" y="4617720"/>
            <a:ext cx="304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latin typeface="BIZ UDPGothic"/>
              </a:rPr>
              <a:t>タイプ：みず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483160"/>
            <a:ext cx="3231360" cy="4888800"/>
          </a:xfrm>
          <a:prstGeom prst="roundRect">
            <a:avLst/>
          </a:prstGeom>
          <a:noFill/>
          <a:ln w="1016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58214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latin typeface="BIZ UDPGothic"/>
              </a:rPr>
              <a:t>#001</a:t>
            </a:r>
          </a:p>
        </p:txBody>
      </p:sp>
      <p:pic>
        <p:nvPicPr>
          <p:cNvPr id="18" name="Picture 17" descr="bisas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180" y="6168960"/>
            <a:ext cx="1965960" cy="1965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208" y="8454960"/>
            <a:ext cx="3011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latin typeface="BIZ UDPGothic"/>
              </a:rPr>
              <a:t>Bisasam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8866440"/>
            <a:ext cx="304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BIZ UDPGothic"/>
              </a:rPr>
              <a:t>ふ し ぎ だ 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9415080"/>
            <a:ext cx="304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latin typeface="BIZ UDPGothic"/>
              </a:rPr>
              <a:t>フシギダネ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9780840"/>
            <a:ext cx="304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latin typeface="BIZ UDPGothic"/>
              </a:rPr>
              <a:t>タイプ：くさ / どく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17160" y="5483160"/>
            <a:ext cx="3231360" cy="4888800"/>
          </a:xfrm>
          <a:prstGeom prst="roundRect">
            <a:avLst/>
          </a:prstGeom>
          <a:noFill/>
          <a:ln w="1016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0312" y="58214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latin typeface="BIZ UDPGothic"/>
              </a:rPr>
              <a:t>#016</a:t>
            </a:r>
          </a:p>
        </p:txBody>
      </p:sp>
      <p:pic>
        <p:nvPicPr>
          <p:cNvPr id="25" name="Picture 24" descr="taubs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860" y="6168960"/>
            <a:ext cx="1965960" cy="19659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26888" y="8454960"/>
            <a:ext cx="3011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latin typeface="BIZ UDPGothic"/>
              </a:rPr>
              <a:t>Taubsi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8600" y="8866440"/>
            <a:ext cx="304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BIZ UDPGothic"/>
              </a:rPr>
              <a:t>ぽ っ 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8600" y="9415080"/>
            <a:ext cx="304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latin typeface="BIZ UDPGothic"/>
              </a:rPr>
              <a:t>ポッポ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8600" y="9780840"/>
            <a:ext cx="304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latin typeface="BIZ UDPGothic"/>
              </a:rPr>
              <a:t>タイプ：ノーマル / ひこう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3231360" cy="4888800"/>
          </a:xfrm>
          <a:prstGeom prst="roundRect">
            <a:avLst/>
          </a:prstGeom>
          <a:noFill/>
          <a:ln w="1016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65836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latin typeface="BIZ UDPGothic"/>
              </a:rPr>
              <a:t>#532</a:t>
            </a:r>
          </a:p>
        </p:txBody>
      </p:sp>
      <p:pic>
        <p:nvPicPr>
          <p:cNvPr id="4" name="Picture 3" descr="praktib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180" y="1005840"/>
            <a:ext cx="1965960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" y="3291840"/>
            <a:ext cx="3011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latin typeface="BIZ UDPGothic"/>
              </a:rPr>
              <a:t>Praktibalk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304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BIZ UDPGothic"/>
              </a:rPr>
              <a:t>ど っ こ ら 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51960"/>
            <a:ext cx="304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latin typeface="BIZ UDPGothic"/>
              </a:rPr>
              <a:t>ドッコラー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17720"/>
            <a:ext cx="304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latin typeface="BIZ UDPGothic"/>
              </a:rPr>
              <a:t>タイプ：かくとう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7160" y="320040"/>
            <a:ext cx="3231360" cy="4888800"/>
          </a:xfrm>
          <a:prstGeom prst="roundRect">
            <a:avLst/>
          </a:prstGeom>
          <a:noFill/>
          <a:ln w="1016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90312" y="65836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latin typeface="BIZ UDPGothic"/>
              </a:rPr>
              <a:t>#123</a:t>
            </a:r>
          </a:p>
        </p:txBody>
      </p:sp>
      <p:pic>
        <p:nvPicPr>
          <p:cNvPr id="11" name="Picture 10" descr="sich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860" y="1005840"/>
            <a:ext cx="1965960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26888" y="3291840"/>
            <a:ext cx="3011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latin typeface="BIZ UDPGothic"/>
              </a:rPr>
              <a:t>Sichlor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8600" y="3703320"/>
            <a:ext cx="304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BIZ UDPGothic"/>
              </a:rPr>
              <a:t>す と ら い 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8600" y="4251960"/>
            <a:ext cx="304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latin typeface="BIZ UDPGothic"/>
              </a:rPr>
              <a:t>ストライク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8600" y="4617720"/>
            <a:ext cx="304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latin typeface="BIZ UDPGothic"/>
              </a:rPr>
              <a:t>タイプ：むし / ひこう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483160"/>
            <a:ext cx="3231360" cy="4888800"/>
          </a:xfrm>
          <a:prstGeom prst="roundRect">
            <a:avLst/>
          </a:prstGeom>
          <a:noFill/>
          <a:ln w="1016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58214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latin typeface="BIZ UDPGothic"/>
              </a:rPr>
              <a:t>#107</a:t>
            </a:r>
          </a:p>
        </p:txBody>
      </p:sp>
      <p:pic>
        <p:nvPicPr>
          <p:cNvPr id="18" name="Picture 17" descr="nockch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180" y="6168960"/>
            <a:ext cx="1965960" cy="1965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208" y="8454960"/>
            <a:ext cx="3011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latin typeface="BIZ UDPGothic"/>
              </a:rPr>
              <a:t>Nockchan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8866440"/>
            <a:ext cx="304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BIZ UDPGothic"/>
              </a:rPr>
              <a:t>え び わ ら 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9415080"/>
            <a:ext cx="304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latin typeface="BIZ UDPGothic"/>
              </a:rPr>
              <a:t>エビワラー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9780840"/>
            <a:ext cx="304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latin typeface="BIZ UDPGothic"/>
              </a:rPr>
              <a:t>タイプ：かくとう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17160" y="5483160"/>
            <a:ext cx="3231360" cy="4888800"/>
          </a:xfrm>
          <a:prstGeom prst="roundRect">
            <a:avLst/>
          </a:prstGeom>
          <a:noFill/>
          <a:ln w="1016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0312" y="58214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latin typeface="BIZ UDPGothic"/>
              </a:rPr>
              <a:t>#529</a:t>
            </a:r>
          </a:p>
        </p:txBody>
      </p:sp>
      <p:pic>
        <p:nvPicPr>
          <p:cNvPr id="25" name="Picture 24" descr="mogury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860" y="6168960"/>
            <a:ext cx="1965960" cy="19659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26888" y="8454960"/>
            <a:ext cx="3011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latin typeface="BIZ UDPGothic"/>
              </a:rPr>
              <a:t>Rotomurf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8600" y="8866440"/>
            <a:ext cx="304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BIZ UDPGothic"/>
              </a:rPr>
              <a:t>も ぐ り ゅ 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8600" y="9415080"/>
            <a:ext cx="304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latin typeface="BIZ UDPGothic"/>
              </a:rPr>
              <a:t>モグリュー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8600" y="9780840"/>
            <a:ext cx="304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latin typeface="BIZ UDPGothic"/>
              </a:rPr>
              <a:t>タイプ：じめん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