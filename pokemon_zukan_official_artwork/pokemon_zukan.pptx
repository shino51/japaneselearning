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#001</a:t>
            </a:r>
          </a:p>
        </p:txBody>
      </p:sp>
      <p:pic>
        <p:nvPicPr>
          <p:cNvPr id="4" name="Picture 3" descr="bis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Bisasam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ふ し ぎ だ 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フシギダネ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タイプ：くさ / どく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#002</a:t>
            </a:r>
          </a:p>
        </p:txBody>
      </p:sp>
      <p:pic>
        <p:nvPicPr>
          <p:cNvPr id="11" name="Picture 10" descr="bisakno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Bisaknosp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ふ し ぎ そ 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フシギソウ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タイプ：くさ / どく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#004</a:t>
            </a:r>
          </a:p>
        </p:txBody>
      </p:sp>
      <p:pic>
        <p:nvPicPr>
          <p:cNvPr id="18" name="Picture 17" descr="gluman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Glumanda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ひ と か 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ヒトカゲ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タイプ：ほのお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#007</a:t>
            </a:r>
          </a:p>
        </p:txBody>
      </p:sp>
      <p:pic>
        <p:nvPicPr>
          <p:cNvPr id="25" name="Picture 24" descr="schigg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Schiggy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ぜ に が 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ゼニガメ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タイプ：みず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#016</a:t>
            </a:r>
          </a:p>
        </p:txBody>
      </p:sp>
      <p:pic>
        <p:nvPicPr>
          <p:cNvPr id="4" name="Picture 3" descr="taub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Taubsi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ぽ っ 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ポッポ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タイプ：ノーマル / ひこう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#017</a:t>
            </a:r>
          </a:p>
        </p:txBody>
      </p:sp>
      <p:pic>
        <p:nvPicPr>
          <p:cNvPr id="11" name="Picture 10" descr="taubo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Tauboga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ぴ じ ょ 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ピジョン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タイプ：ノーマル / ひこう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#043</a:t>
            </a:r>
          </a:p>
        </p:txBody>
      </p:sp>
      <p:pic>
        <p:nvPicPr>
          <p:cNvPr id="18" name="Picture 17" descr="myrap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Myrapla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な ぞ の く 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ナゾノクサ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タイプ：くさ / どく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#048</a:t>
            </a:r>
          </a:p>
        </p:txBody>
      </p:sp>
      <p:pic>
        <p:nvPicPr>
          <p:cNvPr id="25" name="Picture 24" descr="bluzu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Bluzuk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こ ん ぱ 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コンパン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 / どく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#069</a:t>
            </a:r>
          </a:p>
        </p:txBody>
      </p:sp>
      <p:pic>
        <p:nvPicPr>
          <p:cNvPr id="4" name="Picture 3" descr="kno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Knofensa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ま だ つ ぼ 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マダツボミ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タイプ：くさ / どく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#079</a:t>
            </a:r>
          </a:p>
        </p:txBody>
      </p:sp>
      <p:pic>
        <p:nvPicPr>
          <p:cNvPr id="11" name="Picture 10" descr="flegm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Flegmon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や ど 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ヤドン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タイプ：みず / エスパー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#095</a:t>
            </a:r>
          </a:p>
        </p:txBody>
      </p:sp>
      <p:pic>
        <p:nvPicPr>
          <p:cNvPr id="18" name="Picture 17" descr="on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Onix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い わ ー 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イワーク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タイプ：いわ / じめん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#107</a:t>
            </a:r>
          </a:p>
        </p:txBody>
      </p:sp>
      <p:pic>
        <p:nvPicPr>
          <p:cNvPr id="25" name="Picture 24" descr="nockch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Nockchan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え び わ ら 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エビワラー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タイプ：かくとう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#465</a:t>
            </a:r>
          </a:p>
        </p:txBody>
      </p:sp>
      <p:pic>
        <p:nvPicPr>
          <p:cNvPr id="4" name="Picture 3" descr="tango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Tangoloss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も じ ゃ ん 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モジャンボ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タイプ：くさ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#123</a:t>
            </a:r>
          </a:p>
        </p:txBody>
      </p:sp>
      <p:pic>
        <p:nvPicPr>
          <p:cNvPr id="11" name="Picture 10" descr="sich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Sichlor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す と ら い 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ストライク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 / ひこう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#212</a:t>
            </a:r>
          </a:p>
        </p:txBody>
      </p:sp>
      <p:pic>
        <p:nvPicPr>
          <p:cNvPr id="18" name="Picture 17" descr="scher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Scherox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は っ さ 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ハッサム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 / はがね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#127</a:t>
            </a:r>
          </a:p>
        </p:txBody>
      </p:sp>
      <p:pic>
        <p:nvPicPr>
          <p:cNvPr id="25" name="Picture 24" descr="pins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Pinsir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か い ろ 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カイロス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#129</a:t>
            </a:r>
          </a:p>
        </p:txBody>
      </p:sp>
      <p:pic>
        <p:nvPicPr>
          <p:cNvPr id="4" name="Picture 3" descr="karp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Karpador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こ い き ん 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コイキング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タイプ：みず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#132</a:t>
            </a:r>
          </a:p>
        </p:txBody>
      </p:sp>
      <p:pic>
        <p:nvPicPr>
          <p:cNvPr id="11" name="Picture 10" descr="dit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Ditto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め た も 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メタモン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タイプ：ノーマル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#163</a:t>
            </a:r>
          </a:p>
        </p:txBody>
      </p:sp>
      <p:pic>
        <p:nvPicPr>
          <p:cNvPr id="18" name="Picture 17" descr="hootho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Hoothoot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ほ ー ほ 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ホーホー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タイプ：ノーマル / ひこう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#214</a:t>
            </a:r>
          </a:p>
        </p:txBody>
      </p:sp>
      <p:pic>
        <p:nvPicPr>
          <p:cNvPr id="25" name="Picture 24" descr="skarabo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Skaraborn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へ ら く ろ 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ヘラクロス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 / かくとう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#316</a:t>
            </a:r>
          </a:p>
        </p:txBody>
      </p:sp>
      <p:pic>
        <p:nvPicPr>
          <p:cNvPr id="4" name="Picture 3" descr="schlupp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Schluppuck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ご く り 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ゴクリン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タイプ：どく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#415</a:t>
            </a:r>
          </a:p>
        </p:txBody>
      </p:sp>
      <p:pic>
        <p:nvPicPr>
          <p:cNvPr id="11" name="Picture 10" descr="wadrib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Wadribie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み つ は に 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ミツハニー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 / ひこう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#416</a:t>
            </a:r>
          </a:p>
        </p:txBody>
      </p:sp>
      <p:pic>
        <p:nvPicPr>
          <p:cNvPr id="18" name="Picture 17" descr="honweis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Honweisel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び ー く い 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ビークイン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タイプ：むし / ひこう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#422</a:t>
            </a:r>
          </a:p>
        </p:txBody>
      </p:sp>
      <p:pic>
        <p:nvPicPr>
          <p:cNvPr id="25" name="Picture 24" descr="schalell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Schalellos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か ら な く 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カラナクシ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タイプ：みず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#425</a:t>
            </a:r>
          </a:p>
        </p:txBody>
      </p:sp>
      <p:pic>
        <p:nvPicPr>
          <p:cNvPr id="4" name="Picture 3" descr="driftl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Driftlon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ふ わ ん 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フワンテ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タイプ：ゴースト / ひこう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#529</a:t>
            </a:r>
          </a:p>
        </p:txBody>
      </p:sp>
      <p:pic>
        <p:nvPicPr>
          <p:cNvPr id="11" name="Picture 10" descr="rotomu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Rotomurf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も ぐ り ゅ 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モグリュー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タイプ：じめん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#532</a:t>
            </a:r>
          </a:p>
        </p:txBody>
      </p:sp>
      <p:pic>
        <p:nvPicPr>
          <p:cNvPr id="18" name="Picture 17" descr="praktib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Praktibalk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ど っ こ ら 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ドッコラー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タイプ：かくとう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#533</a:t>
            </a:r>
          </a:p>
        </p:txBody>
      </p:sp>
      <p:pic>
        <p:nvPicPr>
          <p:cNvPr id="25" name="Picture 24" descr="strepol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Strepoli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ど て っ こ 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ドテッコツ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タイプ：かくとう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#704</a:t>
            </a:r>
          </a:p>
        </p:txBody>
      </p:sp>
      <p:pic>
        <p:nvPicPr>
          <p:cNvPr id="4" name="Picture 3" descr="visc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Viscora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ぬ め 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ヌメラ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タイプ：ドラゴン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#052</a:t>
            </a:r>
          </a:p>
        </p:txBody>
      </p:sp>
      <p:pic>
        <p:nvPicPr>
          <p:cNvPr id="11" name="Picture 10" descr="mauz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Mauzi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に ゃ ー 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ニャース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タイプ：ノーマル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#066</a:t>
            </a:r>
          </a:p>
        </p:txBody>
      </p:sp>
      <p:pic>
        <p:nvPicPr>
          <p:cNvPr id="18" name="Picture 17" descr="machol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Machollo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わ ん り き 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ワンリキー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タイプ：かくとう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#067</a:t>
            </a:r>
          </a:p>
        </p:txBody>
      </p:sp>
      <p:pic>
        <p:nvPicPr>
          <p:cNvPr id="25" name="Picture 24" descr="masch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Maschock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ご ー り き 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ゴーリキー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タイプ：かくとう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#074</a:t>
            </a:r>
          </a:p>
        </p:txBody>
      </p:sp>
      <p:pic>
        <p:nvPicPr>
          <p:cNvPr id="4" name="Picture 3" descr="klei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Kleinstein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い し つ ぶ 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イシツブテ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タイプ：いわ / じめん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716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031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#240</a:t>
            </a:r>
          </a:p>
        </p:txBody>
      </p:sp>
      <p:pic>
        <p:nvPicPr>
          <p:cNvPr id="11" name="Picture 10" descr="mag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860" y="1005840"/>
            <a:ext cx="196596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2688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Magby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860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ぶ び 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860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ブビィ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860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タイプ：ほのお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#813</a:t>
            </a:r>
          </a:p>
        </p:txBody>
      </p:sp>
      <p:pic>
        <p:nvPicPr>
          <p:cNvPr id="18" name="Picture 17" descr="hopp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180" y="6168960"/>
            <a:ext cx="1965960" cy="1965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Hopplo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ひ ば に 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ヒバニー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タイプ：ほのお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7160" y="548316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0312" y="582148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#133</a:t>
            </a:r>
          </a:p>
        </p:txBody>
      </p:sp>
      <p:pic>
        <p:nvPicPr>
          <p:cNvPr id="25" name="Picture 24" descr="evol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60" y="6168960"/>
            <a:ext cx="1965960" cy="19659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26888" y="845496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Evoli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8600" y="886644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い ー ぶ 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8600" y="941508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イーブイ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8600" y="978084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タイプ：ノーマル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3231360" cy="4888800"/>
          </a:xfrm>
          <a:prstGeom prst="roundRect">
            <a:avLst/>
          </a:prstGeom>
          <a:noFill/>
          <a:ln w="1016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4632" y="658368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latin typeface="BIZ UDPGothic"/>
              </a:rPr>
              <a:t>#382</a:t>
            </a:r>
          </a:p>
        </p:txBody>
      </p:sp>
      <p:pic>
        <p:nvPicPr>
          <p:cNvPr id="4" name="Picture 3" descr="kyog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80" y="100584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" y="3291840"/>
            <a:ext cx="3011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latin typeface="BIZ UDPGothic"/>
              </a:rPr>
              <a:t>Kyogre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304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BIZ UDPGothic"/>
              </a:rPr>
              <a:t>か い お ー 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304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latin typeface="BIZ UDPGothic"/>
              </a:rPr>
              <a:t>カイオーガ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17720"/>
            <a:ext cx="304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latin typeface="BIZ UDPGothic"/>
              </a:rPr>
              <a:t>タイプ：みず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